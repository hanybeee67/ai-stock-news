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증시 브리핑 앱 유저 매뉴얼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매일 아침 딱 3분, 글로벌 뉴스로 단타 전략 세우기</a:t>
            </a:r>
          </a:p>
          <a:p>
            <a:r>
              <a:t>(버전: v2.1.0)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핵심 기능 요약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완전 자동화 분석: 매일 새벽 5시 30분, 글로벌 경제 뉴스 수집 및 AI 분석 완료</a:t>
            </a:r>
          </a:p>
          <a:p>
            <a:r>
              <a:t>• 핵심 선별 필터링: 14개 국내외 피드에서 가중치 기반 중요 뉴스 5건 선별</a:t>
            </a:r>
          </a:p>
          <a:p>
            <a:r>
              <a:t>• 나비효과 분석: 단순 요약이 아닌 1차 → 2차 → 3차 파급 효과 심층 추론</a:t>
            </a:r>
          </a:p>
          <a:p>
            <a:r>
              <a:t>• 수혜주 및 리스크 방어벽: 직관적인 수혜주 매핑과 확실한 손절 기준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앱 메인 화면 (오늘 브리핑) 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오늘의 AI 핵심: 그날의 전체 시장 분위기(Market Mood)와 핵심 요약 1줄 제공</a:t>
            </a:r>
          </a:p>
          <a:p>
            <a:r>
              <a:t>• 상세 뉴스 카드 탭 구성:</a:t>
            </a:r>
          </a:p>
          <a:p>
            <a:pPr lvl="1"/>
            <a:r>
              <a:t>  - [🔍 AI 분석] 찰리(월스트리트 프롭트레이더 페르소나)의 심층 분석</a:t>
            </a:r>
          </a:p>
          <a:p>
            <a:pPr lvl="1"/>
            <a:r>
              <a:t>  - [📈 수혜주] 분석 근거와 함께 관련 주식(KRX/US) 및 최근 추세선 매핑</a:t>
            </a:r>
          </a:p>
          <a:p>
            <a:pPr lvl="1"/>
            <a:r>
              <a:t>  - [⚠️ 리스크] 언제 손절하고 도망가야 하는지 명확히 짚어주는 단타 경고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히스토리 &amp; 뉴스 저장 기능 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[📅 히스토리 탭]</a:t>
            </a:r>
          </a:p>
          <a:p>
            <a:pPr lvl="1"/>
            <a:r>
              <a:t>  - 최근 7일치 리포트를 캘린더 형태로 다시 보기</a:t>
            </a:r>
          </a:p>
          <a:p>
            <a:pPr lvl="1"/>
            <a:r>
              <a:t>  - 당일 시장 상승/하락 지표 및 AI 신뢰도 요약 카드 제공</a:t>
            </a:r>
          </a:p>
          <a:p>
            <a:r>
              <a:t>• [🔖 저장됨 탭]</a:t>
            </a:r>
          </a:p>
          <a:p>
            <a:pPr lvl="1"/>
            <a:r>
              <a:t>  - 뉴스 상세 화면 우측 상단의 📌 핀 아이콘으로 중요 뉴스 스크랩</a:t>
            </a:r>
          </a:p>
          <a:p>
            <a:pPr lvl="1"/>
            <a:r>
              <a:t>  - 카테고리별 필터링 기능 지원 및 카드를 길게(Long Press) 눌러 삭제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활용 팁 &amp; 개인 맞춤 설정 ⚙️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맞춤 알림 시간: 내 출근 시간, 기상 시간에 맞춰 푸시 알림 설정 (예: 07:30)</a:t>
            </a:r>
          </a:p>
          <a:p>
            <a:r>
              <a:t>• 관심 카테고리 필터: 반도체, 바이오, AI 등 원하는 테마 뉴스만 홈 화면에 필터링</a:t>
            </a:r>
          </a:p>
          <a:p>
            <a:r>
              <a:t>• ⚡ 수동 분석 트리거: 장중에 중요한 뉴스가 터지면 언제든 즉시 분석 수동 실행</a:t>
            </a:r>
          </a:p>
          <a:p>
            <a:r>
              <a:t>• 서버 상태 실시간 확인: 앱 내에서 AI 분석 진행률(📡수집중 → 🤖분석중) 파악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